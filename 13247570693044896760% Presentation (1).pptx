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72" r:id="rId13"/>
    <p:sldId id="270" r:id="rId14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Tahoma" panose="020B0604030504040204" pitchFamily="3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indent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685800" y="1017588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Title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</a:pPr>
            <a:r>
              <a:rPr lang="en-US" sz="2800" b="0" i="1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Name : Registration Number</a:t>
            </a:r>
            <a:endParaRPr/>
          </a:p>
          <a:p>
            <a:pPr marL="0" marR="0" lvl="0" indent="0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</a:pPr>
            <a:r>
              <a:rPr lang="en-US" sz="2800" b="0" i="1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Supervisor-name: 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371600" y="5791200"/>
            <a:ext cx="64008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</a:pPr>
            <a:r>
              <a:rPr lang="en-US" sz="28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</a:pPr>
            <a:r>
              <a:rPr lang="en-US" sz="22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COMSATS University Islamabad, Abbottabad</a:t>
            </a:r>
            <a:endParaRPr sz="220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0CD377A-CB27-4CFB-980E-6448201DC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901" y="5378572"/>
            <a:ext cx="1486032" cy="14794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0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Introduction</a:t>
            </a:r>
            <a:br>
              <a:rPr lang="en-US" sz="28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>
            <a:spLocks noGrp="1"/>
          </p:cNvSpPr>
          <p:nvPr>
            <p:ph type="body" idx="1"/>
          </p:nvPr>
        </p:nvSpPr>
        <p:spPr>
          <a:xfrm>
            <a:off x="457200" y="14478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1651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0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Scope</a:t>
            </a:r>
            <a:br>
              <a:rPr lang="en-US" sz="2800" b="1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165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 Requirements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165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Non-Functional Requirements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0"/>
          <p:cNvSpPr txBox="1">
            <a:spLocks noGrp="1"/>
          </p:cNvSpPr>
          <p:nvPr>
            <p:ph type="title"/>
          </p:nvPr>
        </p:nvSpPr>
        <p:spPr>
          <a:xfrm>
            <a:off x="443309" y="492195"/>
            <a:ext cx="8243491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Diagram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0"/>
          <p:cNvSpPr txBox="1">
            <a:spLocks noGrp="1"/>
          </p:cNvSpPr>
          <p:nvPr>
            <p:ph type="body" idx="1"/>
          </p:nvPr>
        </p:nvSpPr>
        <p:spPr>
          <a:xfrm>
            <a:off x="328789" y="1524000"/>
            <a:ext cx="835801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1"/>
          <p:cNvSpPr txBox="1">
            <a:spLocks noGrp="1"/>
          </p:cNvSpPr>
          <p:nvPr>
            <p:ph type="title"/>
          </p:nvPr>
        </p:nvSpPr>
        <p:spPr>
          <a:xfrm>
            <a:off x="443309" y="492195"/>
            <a:ext cx="8243491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E-R Diagram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1"/>
          <p:cNvSpPr txBox="1">
            <a:spLocks noGrp="1"/>
          </p:cNvSpPr>
          <p:nvPr>
            <p:ph type="body" idx="1"/>
          </p:nvPr>
        </p:nvSpPr>
        <p:spPr>
          <a:xfrm>
            <a:off x="328789" y="1524000"/>
            <a:ext cx="835801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2"/>
          <p:cNvSpPr txBox="1">
            <a:spLocks noGrp="1"/>
          </p:cNvSpPr>
          <p:nvPr>
            <p:ph type="title"/>
          </p:nvPr>
        </p:nvSpPr>
        <p:spPr>
          <a:xfrm>
            <a:off x="443309" y="492195"/>
            <a:ext cx="8243491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DFD </a:t>
            </a:r>
            <a:r>
              <a:rPr lang="en-US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(Structural Approach)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2"/>
          <p:cNvSpPr txBox="1">
            <a:spLocks noGrp="1"/>
          </p:cNvSpPr>
          <p:nvPr>
            <p:ph type="body" idx="1"/>
          </p:nvPr>
        </p:nvSpPr>
        <p:spPr>
          <a:xfrm>
            <a:off x="328789" y="1524000"/>
            <a:ext cx="835801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3"/>
          <p:cNvSpPr txBox="1">
            <a:spLocks noGrp="1"/>
          </p:cNvSpPr>
          <p:nvPr>
            <p:ph type="title"/>
          </p:nvPr>
        </p:nvSpPr>
        <p:spPr>
          <a:xfrm>
            <a:off x="443309" y="492194"/>
            <a:ext cx="8243491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Cases Diagram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3"/>
          <p:cNvSpPr txBox="1">
            <a:spLocks noGrp="1"/>
          </p:cNvSpPr>
          <p:nvPr>
            <p:ph type="body" idx="1"/>
          </p:nvPr>
        </p:nvSpPr>
        <p:spPr>
          <a:xfrm>
            <a:off x="328789" y="1524000"/>
            <a:ext cx="835801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4"/>
          <p:cNvSpPr txBox="1">
            <a:spLocks noGrp="1"/>
          </p:cNvSpPr>
          <p:nvPr>
            <p:ph type="title"/>
          </p:nvPr>
        </p:nvSpPr>
        <p:spPr>
          <a:xfrm>
            <a:off x="443309" y="492195"/>
            <a:ext cx="8243491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Block Diagram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4"/>
          <p:cNvSpPr txBox="1">
            <a:spLocks noGrp="1"/>
          </p:cNvSpPr>
          <p:nvPr>
            <p:ph type="body" idx="1"/>
          </p:nvPr>
        </p:nvSpPr>
        <p:spPr>
          <a:xfrm>
            <a:off x="328789" y="1524000"/>
            <a:ext cx="835801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9"/>
          <p:cNvSpPr txBox="1">
            <a:spLocks noGrp="1"/>
          </p:cNvSpPr>
          <p:nvPr>
            <p:ph type="title"/>
          </p:nvPr>
        </p:nvSpPr>
        <p:spPr>
          <a:xfrm>
            <a:off x="443309" y="584527"/>
            <a:ext cx="816729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 of 3</a:t>
            </a:r>
            <a:r>
              <a:rPr lang="en-US" sz="3200" b="1" dirty="0"/>
              <a:t>0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Project Implementation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9"/>
          <p:cNvSpPr txBox="1">
            <a:spLocks noGrp="1"/>
          </p:cNvSpPr>
          <p:nvPr>
            <p:ph type="body" idx="1"/>
          </p:nvPr>
        </p:nvSpPr>
        <p:spPr>
          <a:xfrm>
            <a:off x="189089" y="1550855"/>
            <a:ext cx="851160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165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7"/>
          <p:cNvSpPr txBox="1">
            <a:spLocks noGrp="1"/>
          </p:cNvSpPr>
          <p:nvPr>
            <p:ph type="title"/>
          </p:nvPr>
        </p:nvSpPr>
        <p:spPr>
          <a:xfrm>
            <a:off x="3277415" y="553750"/>
            <a:ext cx="290913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Gantt Chart</a:t>
            </a:r>
            <a:endParaRPr sz="2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165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64</Words>
  <Application>Microsoft Office PowerPoint</Application>
  <PresentationFormat>On-screen Show (4:3)</PresentationFormat>
  <Paragraphs>30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Tahoma</vt:lpstr>
      <vt:lpstr>Calibri</vt:lpstr>
      <vt:lpstr>Arial</vt:lpstr>
      <vt:lpstr>Office Theme</vt:lpstr>
      <vt:lpstr>Project Title</vt:lpstr>
      <vt:lpstr>Agenda</vt:lpstr>
      <vt:lpstr>Project Introduction </vt:lpstr>
      <vt:lpstr>Project Scope </vt:lpstr>
      <vt:lpstr>Functional Requirements</vt:lpstr>
      <vt:lpstr>Non-Functional Requirements</vt:lpstr>
      <vt:lpstr>Class Diagram</vt:lpstr>
      <vt:lpstr>E-R Diagram</vt:lpstr>
      <vt:lpstr>DFD (Structural Approach)</vt:lpstr>
      <vt:lpstr>Use Cases Diagram</vt:lpstr>
      <vt:lpstr>System Block Diagram</vt:lpstr>
      <vt:lpstr>Summary of 30% Project Implementation</vt:lpstr>
      <vt:lpstr>Gantt Chart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cp:lastModifiedBy>Sardar Alam</cp:lastModifiedBy>
  <cp:revision>2</cp:revision>
  <dcterms:modified xsi:type="dcterms:W3CDTF">2020-10-19T08:37:17Z</dcterms:modified>
</cp:coreProperties>
</file>