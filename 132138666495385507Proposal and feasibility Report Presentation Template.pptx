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5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86B37-9E7C-4699-A89E-72EE4B291650}" type="datetimeFigureOut">
              <a:rPr lang="en-US" smtClean="0"/>
              <a:pPr/>
              <a:t>4/3/2019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FE787-E5F2-40C5-9D43-E7EAF8E51F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485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7D89F-69BA-45D8-85C1-789124DFB921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83749-7540-4838-B5FB-EDC40CB84DB0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A8085-18D1-4091-8AD3-81F140965EFC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D35F7-97F8-4D2E-B83D-158766068E0A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FADE-B1F7-484F-89D9-3E148D53B52B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378E-9541-4F7D-BD6F-302448FBBB81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6370F-658E-452B-A4D5-DB4240E0AF51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E6F0-0C4F-4052-A284-495110A822E2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22A7-5E39-4CEE-A6B3-52DA5303DD53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41830-9FBF-4C58-837A-230882702FD4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442-52C5-4632-BA82-04F7AD4C9B34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188C4-8F03-4988-A683-AFCBDCFC6ED7}" type="datetime1">
              <a:rPr lang="en-US" smtClean="0"/>
              <a:pPr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A8C5E-5ACC-4DAB-B41C-5718F8C58B6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143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Name, Registration #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Supervisor-name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3773" y="5791200"/>
            <a:ext cx="996315" cy="996315"/>
          </a:xfrm>
          <a:prstGeom prst="rect">
            <a:avLst/>
          </a:prstGeom>
          <a:noFill/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371600" y="5791200"/>
            <a:ext cx="6400800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200" baseline="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COMSATS University Islamabad</a:t>
            </a:r>
            <a:r>
              <a:rPr lang="en-US" sz="220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Abbottabad Campus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-7034" y="461557"/>
            <a:ext cx="861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Proposal and Feasibility 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 of the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Utilitarian Aspect and Motivation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“What to do” and explicitly mention “what not to do”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Tools/Platform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feasibility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feasibility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 (using </a:t>
            </a:r>
            <a:r>
              <a:rPr lang="en-US" i="1" dirty="0" err="1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OpenProj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OpenProject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[https://www.openproject.org/])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for 1st Iteration (or 30%)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will be completed as per Gantt Chart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816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115</Words>
  <Application>Microsoft Office PowerPoint</Application>
  <PresentationFormat>On-screen Show (4:3)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Project Title:</vt:lpstr>
      <vt:lpstr>Agenda of the Presentation</vt:lpstr>
      <vt:lpstr>Motivation</vt:lpstr>
      <vt:lpstr>Brief Introduction</vt:lpstr>
      <vt:lpstr>Scope</vt:lpstr>
      <vt:lpstr>Functionalities</vt:lpstr>
      <vt:lpstr>Proposed Tools/Platform</vt:lpstr>
      <vt:lpstr>Feasibility </vt:lpstr>
      <vt:lpstr>Feasibility </vt:lpstr>
      <vt:lpstr>Feasibility </vt:lpstr>
      <vt:lpstr>Feasibility </vt:lpstr>
      <vt:lpstr>Schedule </vt:lpstr>
      <vt:lpstr>Tasks for 1st Iteration (or 30%)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</dc:title>
  <dc:creator>USER</dc:creator>
  <cp:lastModifiedBy>Master Allied</cp:lastModifiedBy>
  <cp:revision>16</cp:revision>
  <dcterms:created xsi:type="dcterms:W3CDTF">2013-09-23T09:08:15Z</dcterms:created>
  <dcterms:modified xsi:type="dcterms:W3CDTF">2019-04-03T07:39:57Z</dcterms:modified>
</cp:coreProperties>
</file>